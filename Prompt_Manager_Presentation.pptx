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프롬프트 관리자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Manager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파편화된 프롬프트를 한곳에서 저장 · 조회 · 검색 · 즐겨찾기하는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파이썬 콘솔 기반 프로그램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  |  표준 라이브러리 전용  |  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목적과 학습 목표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OS, Editor, Language, VCS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66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0~8 기능 상세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설계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자료구조 · 제어구조 · 영속화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정책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처리 및 Validation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566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&amp; Git 워크플로우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클론 · 브랜치 · 병합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목적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GenAI 도구를 사용하며 흩어진 프롬프트를 체계적으로 정리하고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다룰 수 있는 나만의 프롬프트 집(House)을 구축합니다.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파이썬 기본 데이터 구조(List, Dictionary), 제어문(if, while), 함수 분리를 활용한 콘솔 프로그램 구현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Git을 통한 기능 단위 커밋, 브랜치 관리(checkout, merge) 및 GitHub 버전 관리 워크플로우 체계적 적용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개발 환경 (Environment)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914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macOS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11887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188720"/>
            <a:ext cx="2011680" cy="914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4320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 Ext, Korean Pack)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0" y="11887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188720"/>
            <a:ext cx="2011680" cy="914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(표준 라이브러리 only)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03720" y="11887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188720"/>
            <a:ext cx="2011680" cy="914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주요 기능 목록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93192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53949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번호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기능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 및 담당 함수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프로그램 종료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루프 종료 · 안전 종료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추가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제목·내용·카테고리 등록 (add_prompt)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목록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번호·카테고리·제목·⭐ 표출 (show_list)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카테고리별 조회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 필터링 (show_by_category)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검색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 통합 검색 (search_prompt)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상세 보기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본문 출력 (show_detail)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즐겨찾기 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ON/OFF 토글 (toggle_favorite)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즐겨찾기 목록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즐겨찾기만 모아보기 (show_favorites)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수정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카테고리·제목·내용 수정 (edit_prompt)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등록된 카테고리 &amp; 기본 데이터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생성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90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생성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2468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690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탑재 데이터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시작 시 최소 3개 이상의 프롬프트가 기본 제공됩니다.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순수 파이썬 기본 문법과 기능별 함수 분리 구조로 작성되었습니다.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자료구조 설계 — List[Dict]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(전체 구조)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순서가 보장되어 목록 출력·정렬에 유리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인덱스(번호)로 순차 접근이 용이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/ 삭제가 간편함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흐름(1번, 2번, 3번…)에 최적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(개별 데이터)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키(Key) 탐색 속도가 매우 빠름 O(1)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 의미를 직관적으로 파악 가능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prompt["title"] 형태로 가독성 확보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구조 확장이 자유로움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 이유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List로 번호 기반 UI를 지원하고, 개별 프롬프트는 Dictionary로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· content · category · favorite 속성을 Key-Value로 관리하여 가독성과 확장성을 동시에 확보했습니다.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~ 4.3 제어 구조 &amp; 데이터 영속화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 (while True)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종료 후 메인 메뉴로 복귀하는 연속 UX 제공.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입력 시에도 종료 없이 재입력 유도.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입력 시 break / return으로 안전 탈출.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영속화 선택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List/Dict 구조를 1:1 직렬화 가능.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타입(즐겨찾기) 보존.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CSV/TXT 대비 계층형 데이터에 최적.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292608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입출력 흐름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prompts.json  —  앱 시작 시 load_prompts()로 로드, 변경 시 save_prompts()로 자동 저장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{title}.md  —  특정 프롬프트를 마크다운 표준(# Heading, &gt; Blockquote)으로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사용자 입력 검증 정책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0574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제목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존재하는 제목 입력 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후 재입력 유도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(대소문자·공백 무시 비교)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914400"/>
            <a:ext cx="20574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987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빈값 처리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5544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Enter만 입력하거나 공백 입력 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"내용을 입력해주세요!"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 후 재입력 (.strip())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20574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87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초과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카테고리/목록 번호가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범위를 벗어나면 경고 출력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 재입력 유도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9144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914400"/>
            <a:ext cx="20574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987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 입력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15544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선택 항목에 문자 입력 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try-except (ValueError) 또는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.isdigit()으로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제목 거부 이유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동일한 제목 존재 시 단건 조회·수정·삭제 기능 실행 중 식별 충돌이 발생할 수 있으므로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고유성(Unique Key)을 보장합니다.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실행 방법 (How to Run)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005840"/>
            <a:ext cx="7406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115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저장소 클론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08760" y="1463040"/>
            <a:ext cx="69494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https://github.com/bomigrace-byte/bomi-prompt-manager.git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50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0160" y="2148840"/>
            <a:ext cx="7406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08760" y="2258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폴더로 이동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606040"/>
            <a:ext cx="69494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651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bomi-prompt-manager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80160" y="3291840"/>
            <a:ext cx="7406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실행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08760" y="3749040"/>
            <a:ext cx="69494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794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Git / GitHub 버전 관리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91440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이력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단위로 나눈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이상의 커밋 작성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91440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 활용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 브랜치 생성 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→ main으로 merge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91440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명령어 이력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init, add, commit, push,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checkout, clone, merge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병합 충돌(Merge Conflict) 해결 절차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git status로 충돌 파일(main.py) 확인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파일 내 &gt;&gt;&gt;&gt;&gt;&gt; 충돌 표시 제거 및 최신 로직으로 코드 정리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git add main.py → git commit으로 병합 완료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python main.py 실행 및 테스트 후 git push origin main 반영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보너스 과제 &amp; 최종 제출물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파일 데이터 저장/불러오기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(영속화) 및 Markdown 파일 내보내기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 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9204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수정/삭제(CRUD) 기능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edit_prompt() 구현 완료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저장소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https://github.com/bomigrace-byte/bomi-prompt-manager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브랜치 생성 → merge → push 이력 및 10개 이상 커밋 보유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프롬프트 관리자 — Prompt Manager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Git · GitHub로 완성한 콘솔 기반 프롬프트 하우스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github.com/bomigrace-byte/bomi-prompt-manager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프롬프트 관리자 (Prompt Manager)</dc:title>
  <dc:subject>Python Console Prompt Manager Project</dc:subject>
  <dc:creator>bomi</dc:creator>
  <cp:lastModifiedBy>bomi</cp:lastModifiedBy>
  <cp:revision>1</cp:revision>
  <dcterms:created xsi:type="dcterms:W3CDTF">2026-08-16T04:33:48Z</dcterms:created>
  <dcterms:modified xsi:type="dcterms:W3CDTF">2026-08-16T04:33:48Z</dcterms:modified>
</cp:coreProperties>
</file>